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44" y="-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1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Dashboard Project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Employee Attrition Analysis Across Tableau, Excel, Power BI &amp; SQL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141A4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443484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141A4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443484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141A4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443484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141A4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ExcelR Data Analytics Program  •  Capstone Presentation  •  Group 3 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DE35994-59E4-0C2B-8C5B-05289D591DCF}"/>
              </a:ext>
            </a:extLst>
          </p:cNvPr>
          <p:cNvSpPr txBox="1"/>
          <p:nvPr/>
        </p:nvSpPr>
        <p:spPr>
          <a:xfrm>
            <a:off x="9280072" y="58750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81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HR analytics project matters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334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71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Four-tool BI stack across the project lifecycle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850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023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Executive-style attrition storytelling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074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&amp; pivot-driven analysis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60020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581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card-based reporting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65176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6334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KPI Queries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971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logic behind every metric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70332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6850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4023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telling 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475488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074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for HR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480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employee attrition patterns using a company-wide HR dataset — examining department, compensation, job role, tenure, work-life balance and promotion history — to uncover the factors most strongly linked to employees leaving the organization.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same set of 6 core HR KPIs across four platforms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and validated metrics directly in SQL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interactive dashboards in Tableau, Excel &amp; Power BI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attrition drivers across department, income &amp; tenure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029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storytelling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688336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2944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7980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163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Slicer-driven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3822192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40782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reporting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4956048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5212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50657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431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Query-level logic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73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HR dataset and wrote 6 grouped/aggregated queries to define each KPI at the source of truth.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626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662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slicer-driven pivot dashboard (Gender, JobRole, Department, Age) for flexible ad-hoc analysis.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51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51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KPIs into a clean, card-based report for at-a-glance monitoring.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1540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441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441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an executive dashboard combining all 6 KPIs into one visual narrative.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6 KPIs, four lenses — a consistent single source of truth reported four different ways.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TABLEAU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001000" cy="4800600"/>
          </a:xfrm>
          <a:prstGeom prst="roundRect">
            <a:avLst>
              <a:gd name="adj" fmla="val 95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Screenshot_2026-08-26_174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508760"/>
            <a:ext cx="7534656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5544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TABLEAU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60604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linked views in one executive dashboard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compared across department, income band &amp; job role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reveals attrition spikes at long promotion gaps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leadership storytelling &amp; drill-down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EXCEL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001000" cy="4800600"/>
          </a:xfrm>
          <a:prstGeom prst="roundRect">
            <a:avLst>
              <a:gd name="adj" fmla="val 95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Screenshot_2026-08-26_174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8920"/>
            <a:ext cx="7818120" cy="3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5544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EXCEL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60604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Pivot-chart dashboard with live slicers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Gender, Job Role, Department, Age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ranges 49%–51% across departments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for ad-hoc HR analysis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POWER BI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001000" cy="4800600"/>
          </a:xfrm>
          <a:prstGeom prst="roundRect">
            <a:avLst>
              <a:gd name="adj" fmla="val 95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Screenshot_2026-08-26_174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87" y="1508760"/>
            <a:ext cx="7589226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5544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POWER BI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60604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card-based KPI report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Hourly Rate (Male Research Scientist): 114.45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nearly identical for leavers vs. stayers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quick, at-a-glance monitoring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KPI Queries — Part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132320" cy="4937760"/>
          </a:xfrm>
          <a:prstGeom prst="roundRect">
            <a:avLst>
              <a:gd name="adj" fmla="val 926"/>
            </a:avLst>
          </a:prstGeom>
          <a:solidFill>
            <a:srgbClr val="141A47"/>
          </a:solidFill>
          <a:ln/>
        </p:spPr>
      </p:sp>
      <p:pic>
        <p:nvPicPr>
          <p:cNvPr id="5" name="Image 0" descr="Screenshot_2026-08-26_1737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245005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554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2011680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103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· Attrition Rate by Department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423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employees who left, grouped by department — the foundation metric of the project.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63840" y="3502152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3593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· Male Research Scientist Hourly Rate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91363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hourly pay filtered to Gender = Male and JobRole = Research Scientist.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4992624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50840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· Avg. Monthly Income by Attrition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5404104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average pay between employees who stayed vs. left.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KPI Queries — Part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132320" cy="4937760"/>
          </a:xfrm>
          <a:prstGeom prst="roundRect">
            <a:avLst>
              <a:gd name="adj" fmla="val 926"/>
            </a:avLst>
          </a:prstGeom>
          <a:solidFill>
            <a:srgbClr val="141A47"/>
          </a:solidFill>
          <a:ln/>
        </p:spPr>
      </p:sp>
      <p:pic>
        <p:nvPicPr>
          <p:cNvPr id="5" name="Image 0" descr="Screenshot_2026-08-26_1737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181777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554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2011680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103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· Avg. Working Years by Department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423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tenure per department, ranked highest to lowest.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63840" y="3502152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3593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 · Work-Life Balance by Job Role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91363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work-life balance score, grouped by job role.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4992624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50840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6 · Attrition Rate vs. Years Since Promotion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5404104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% calculated for every value of years since last promotion.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broadly uniform across departments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sit in a tight 49%–51% band, with Research &amp; Development slightly the highest — department alone is not a strong differentiator.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830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stagnation is the clearest red flag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swings wildly — up to 100% — once years since last promotion stretches past ~30 years, far more volatile than any other single factor.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148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shows only a small gap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006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 is nearly identical for leavers (≈ 26,117) and stayers (≈ 25,915) — pay alone doesn't explain attrition.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1148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is consistently moderate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006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cluster tightly around 2.46–2.52 (out of a higher scale) across every job role — no role stands out as notably better or worse.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819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promotion pipeline first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8191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structured promotion / career-conversation checkpoints once an employee crosses 3–5 years without advancement — the single strongest attrition signal found.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780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Research &amp; Development retention review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47802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workload, management span and role satisfaction in R&amp;D specifically, since it edges out other departments on attrition.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741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work-life balance programs company-wide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374136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moderate everywhere, not just in one role — flexible hours, wellness benefits and workload audits would lift the baseline across the board.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702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beyond pay for retention levers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27024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income differs little between leavers and stayers, prioritize non-monetary levers — recognition, growth paths and manager quality — over compensation-only fixes.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166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4-tool BI stack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51663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for source-of-truth metrics, Power BI for daily KPI monitoring, Excel for ad-hoc HR deep-dives, and Tableau for leadership storytelling.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|  ExcelR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Project  —  Tableau · Excel · Power BI · SQL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ExcelR Data Analytics Program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1001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Prateek Gupta</cp:lastModifiedBy>
  <cp:revision>2</cp:revision>
  <dcterms:created xsi:type="dcterms:W3CDTF">2026-08-26T22:52:12Z</dcterms:created>
  <dcterms:modified xsi:type="dcterms:W3CDTF">2026-08-26T22:58:17Z</dcterms:modified>
</cp:coreProperties>
</file>